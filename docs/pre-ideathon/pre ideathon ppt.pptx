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45" dt="2026-10-07T20:29:02.555"/>
    <p1510:client id="{9837716C-79B7-5533-B9DB-80BD413DB453}" v="670" dt="2026-10-07T18:33:54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A0816-862C-4775-89B0-DF5A84F4F94C}" type="datetimeFigureOut"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690C3-38F0-42B9-AD46-FFCC4D0FC0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5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394031" y="37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272553" y="675419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394031" y="2225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195249" y="2908189"/>
            <a:ext cx="6222778" cy="387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</a:t>
            </a:r>
            <a:r>
              <a:rPr lang="en-US" b="1" dirty="0">
                <a:solidFill>
                  <a:schemeClr val="bg1"/>
                </a:solidFill>
              </a:rPr>
              <a:t>SARAL FORGE</a:t>
            </a:r>
            <a:endParaRPr lang="en-US" sz="1800" b="1" dirty="0">
              <a:solidFill>
                <a:schemeClr val="bg1"/>
              </a:solidFill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</a:t>
            </a:r>
            <a:r>
              <a:rPr lang="en-US" dirty="0">
                <a:solidFill>
                  <a:schemeClr val="bg1"/>
                </a:solidFill>
              </a:rPr>
              <a:t>–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Jishnu S [CB.EN.U4CCE26017]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Sai Abinav [CB.EN.U4CCE26047]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Bharath K B [CB.EN.U4CCE26129] 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</a:rPr>
              <a:t> Athul Krishna [CB.EN.U4CCE26002]</a:t>
            </a:r>
            <a:r>
              <a:rPr lang="en-US" sz="1400" b="1" dirty="0"/>
              <a:t>CB.EN.U4CCE260CB.EN.U4CCE260</a:t>
            </a:r>
            <a:endParaRPr lang="en-US" sz="1800" dirty="0">
              <a:ea typeface="Calibri"/>
              <a:cs typeface="Calibri"/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</a:t>
            </a:r>
            <a:r>
              <a:rPr lang="en-US" dirty="0">
                <a:solidFill>
                  <a:schemeClr val="bg1"/>
                </a:solidFill>
              </a:rPr>
              <a:t>–#1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</a:rPr>
              <a:t>Problem</a:t>
            </a:r>
            <a:r>
              <a:rPr lang="en-US" sz="1800" dirty="0">
                <a:solidFill>
                  <a:schemeClr val="bg1"/>
                </a:solidFill>
              </a:rPr>
              <a:t> Statement –</a:t>
            </a:r>
            <a:r>
              <a:rPr lang="en-US" dirty="0">
                <a:solidFill>
                  <a:schemeClr val="bg1"/>
                </a:solidFill>
              </a:rPr>
              <a:t>SOLUTION FOR GNSS SPOOFING AND NAVIGATION ATTACKS</a:t>
            </a:r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b="1">
                <a:solidFill>
                  <a:srgbClr val="026855"/>
                </a:solidFill>
                <a:ea typeface="Calibri"/>
                <a:cs typeface="Calibri"/>
              </a:rPr>
              <a:t>SARAL FORGE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467085" y="2148840"/>
            <a:ext cx="10784567" cy="330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>
                <a:ea typeface="Calibri"/>
                <a:cs typeface="Calibri"/>
              </a:rPr>
              <a:t>The problem that we are solving is to detecting and stopping fake signals , called spoofing of aircrafts or warships intended by attackers to cause intentional damages to infrastructures &amp; civilian livelihood.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we need this idea right now since,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After the shift from conventional warfare form  battlefields to asymmetric technology driven conflicts, where drones, AI systems changes are used constantly to threaten national infrastructures , civilian livelihoods and the lives of soldiers, It is a matter of concern as India shares 1500 km border line with neighbors and certainly has turmoil in relations with those nations and serious act of national security.</a:t>
            </a:r>
            <a:endParaRPr lang="en-US" dirty="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The </a:t>
            </a:r>
            <a:r>
              <a:rPr lang="en-US" dirty="0">
                <a:ea typeface="+mn-lt"/>
                <a:cs typeface="+mn-lt"/>
              </a:rPr>
              <a:t>Native GNSS anti-spoofing powers </a:t>
            </a:r>
            <a:r>
              <a:rPr lang="en-US" b="1" dirty="0">
                <a:ea typeface="+mn-lt"/>
                <a:cs typeface="+mn-lt"/>
              </a:rPr>
              <a:t>Atmanirbhar Bharat</a:t>
            </a:r>
            <a:r>
              <a:rPr lang="en-US" dirty="0">
                <a:ea typeface="+mn-lt"/>
                <a:cs typeface="+mn-lt"/>
              </a:rPr>
              <a:t> by securing India’s defense, aviation, and critical infrastructure with tamper-proof navigation security.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FontTx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FontTx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229</Words>
  <Application>Microsoft Office PowerPoint</Application>
  <PresentationFormat>Widescreen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Genesis Ideathon</vt:lpstr>
      <vt:lpstr>PowerPoint Presentation</vt:lpstr>
      <vt:lpstr>DOMAIN PROBLEM IN OUR WORDS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JISHNU S</cp:lastModifiedBy>
  <cp:revision>235</cp:revision>
  <dcterms:created xsi:type="dcterms:W3CDTF">2026-10-07T15:27:40Z</dcterms:created>
  <dcterms:modified xsi:type="dcterms:W3CDTF">2026-10-08T02:18:09Z</dcterms:modified>
</cp:coreProperties>
</file>